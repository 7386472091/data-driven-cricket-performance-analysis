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7" r:id="rId4"/>
    <p:sldId id="262" r:id="rId5"/>
    <p:sldId id="265" r:id="rId6"/>
    <p:sldId id="266" r:id="rId7"/>
    <p:sldId id="280" r:id="rId8"/>
    <p:sldId id="267" r:id="rId9"/>
    <p:sldId id="279" r:id="rId10"/>
    <p:sldId id="284" r:id="rId11"/>
    <p:sldId id="278" r:id="rId12"/>
    <p:sldId id="285" r:id="rId13"/>
    <p:sldId id="281" r:id="rId14"/>
    <p:sldId id="283" r:id="rId15"/>
    <p:sldId id="268" r:id="rId16"/>
    <p:sldId id="282" r:id="rId17"/>
    <p:sldId id="286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1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tha Kalyan" userId="6446dcc28e34c1f3" providerId="LiveId" clId="{86814FF1-4065-4647-9A78-CEECEAE666F9}"/>
    <pc:docChg chg="undo custSel addSld delSld modSld">
      <pc:chgData name="Chintha Kalyan" userId="6446dcc28e34c1f3" providerId="LiveId" clId="{86814FF1-4065-4647-9A78-CEECEAE666F9}" dt="2026-02-07T07:54:23.096" v="1592" actId="1076"/>
      <pc:docMkLst>
        <pc:docMk/>
      </pc:docMkLst>
      <pc:sldChg chg="delSp modSp mod">
        <pc:chgData name="Chintha Kalyan" userId="6446dcc28e34c1f3" providerId="LiveId" clId="{86814FF1-4065-4647-9A78-CEECEAE666F9}" dt="2026-02-07T07:54:23.096" v="1592" actId="1076"/>
        <pc:sldMkLst>
          <pc:docMk/>
          <pc:sldMk cId="0" sldId="256"/>
        </pc:sldMkLst>
        <pc:spChg chg="mod">
          <ac:chgData name="Chintha Kalyan" userId="6446dcc28e34c1f3" providerId="LiveId" clId="{86814FF1-4065-4647-9A78-CEECEAE666F9}" dt="2026-02-07T07:54:23.096" v="1592" actId="1076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Chintha Kalyan" userId="6446dcc28e34c1f3" providerId="LiveId" clId="{86814FF1-4065-4647-9A78-CEECEAE666F9}" dt="2026-01-09T04:48:55.243" v="254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addSp delSp modSp mod">
        <pc:chgData name="Chintha Kalyan" userId="6446dcc28e34c1f3" providerId="LiveId" clId="{86814FF1-4065-4647-9A78-CEECEAE666F9}" dt="2026-01-09T14:22:36.197" v="1464" actId="732"/>
        <pc:sldMkLst>
          <pc:docMk/>
          <pc:sldMk cId="0" sldId="259"/>
        </pc:sldMkLst>
        <pc:picChg chg="add mod modCrop">
          <ac:chgData name="Chintha Kalyan" userId="6446dcc28e34c1f3" providerId="LiveId" clId="{86814FF1-4065-4647-9A78-CEECEAE666F9}" dt="2026-01-09T14:22:36.197" v="1464" actId="732"/>
          <ac:picMkLst>
            <pc:docMk/>
            <pc:sldMk cId="0" sldId="259"/>
            <ac:picMk id="5" creationId="{083290EC-B112-2952-0058-AC9A9397D7FD}"/>
          </ac:picMkLst>
        </pc:picChg>
      </pc:sldChg>
      <pc:sldChg chg="addSp delSp modSp mod">
        <pc:chgData name="Chintha Kalyan" userId="6446dcc28e34c1f3" providerId="LiveId" clId="{86814FF1-4065-4647-9A78-CEECEAE666F9}" dt="2026-01-09T09:16:06.529" v="1431" actId="2711"/>
        <pc:sldMkLst>
          <pc:docMk/>
          <pc:sldMk cId="4157146124" sldId="262"/>
        </pc:sldMkLst>
        <pc:spChg chg="mod">
          <ac:chgData name="Chintha Kalyan" userId="6446dcc28e34c1f3" providerId="LiveId" clId="{86814FF1-4065-4647-9A78-CEECEAE666F9}" dt="2026-01-09T08:28:56.535" v="1341" actId="122"/>
          <ac:spMkLst>
            <pc:docMk/>
            <pc:sldMk cId="4157146124" sldId="262"/>
            <ac:spMk id="2" creationId="{83D9DBEA-AE18-5342-296C-2B9E87F9C8E5}"/>
          </ac:spMkLst>
        </pc:spChg>
        <pc:spChg chg="mod">
          <ac:chgData name="Chintha Kalyan" userId="6446dcc28e34c1f3" providerId="LiveId" clId="{86814FF1-4065-4647-9A78-CEECEAE666F9}" dt="2026-01-09T08:28:40.184" v="1338" actId="14100"/>
          <ac:spMkLst>
            <pc:docMk/>
            <pc:sldMk cId="4157146124" sldId="262"/>
            <ac:spMk id="3" creationId="{3E57C4E5-0DBC-E826-0D07-1CA666F5E765}"/>
          </ac:spMkLst>
        </pc:spChg>
        <pc:spChg chg="add mod">
          <ac:chgData name="Chintha Kalyan" userId="6446dcc28e34c1f3" providerId="LiveId" clId="{86814FF1-4065-4647-9A78-CEECEAE666F9}" dt="2026-01-09T09:16:06.529" v="1431" actId="2711"/>
          <ac:spMkLst>
            <pc:docMk/>
            <pc:sldMk cId="4157146124" sldId="262"/>
            <ac:spMk id="4" creationId="{5FA050A2-2C80-A9DA-D540-355C94672B81}"/>
          </ac:spMkLst>
        </pc:spChg>
      </pc:sldChg>
      <pc:sldChg chg="addSp delSp modSp mod">
        <pc:chgData name="Chintha Kalyan" userId="6446dcc28e34c1f3" providerId="LiveId" clId="{86814FF1-4065-4647-9A78-CEECEAE666F9}" dt="2026-01-09T08:52:03.672" v="1360" actId="120"/>
        <pc:sldMkLst>
          <pc:docMk/>
          <pc:sldMk cId="631541947" sldId="265"/>
        </pc:sldMkLst>
        <pc:spChg chg="mod">
          <ac:chgData name="Chintha Kalyan" userId="6446dcc28e34c1f3" providerId="LiveId" clId="{86814FF1-4065-4647-9A78-CEECEAE666F9}" dt="2026-01-09T08:52:03.672" v="1360" actId="120"/>
          <ac:spMkLst>
            <pc:docMk/>
            <pc:sldMk cId="631541947" sldId="265"/>
            <ac:spMk id="2" creationId="{02647ABC-63CD-33B8-E2D6-C5900FC03E69}"/>
          </ac:spMkLst>
        </pc:spChg>
        <pc:spChg chg="add mod">
          <ac:chgData name="Chintha Kalyan" userId="6446dcc28e34c1f3" providerId="LiveId" clId="{86814FF1-4065-4647-9A78-CEECEAE666F9}" dt="2026-01-09T08:51:35.018" v="1357" actId="14100"/>
          <ac:spMkLst>
            <pc:docMk/>
            <pc:sldMk cId="631541947" sldId="265"/>
            <ac:spMk id="3" creationId="{AC9DC0E8-ACB1-4A84-C760-DF207FA79E0F}"/>
          </ac:spMkLst>
        </pc:spChg>
      </pc:sldChg>
      <pc:sldChg chg="addSp delSp modSp mod">
        <pc:chgData name="Chintha Kalyan" userId="6446dcc28e34c1f3" providerId="LiveId" clId="{86814FF1-4065-4647-9A78-CEECEAE666F9}" dt="2026-01-09T08:56:44.268" v="1379" actId="255"/>
        <pc:sldMkLst>
          <pc:docMk/>
          <pc:sldMk cId="1334371753" sldId="266"/>
        </pc:sldMkLst>
        <pc:spChg chg="mod">
          <ac:chgData name="Chintha Kalyan" userId="6446dcc28e34c1f3" providerId="LiveId" clId="{86814FF1-4065-4647-9A78-CEECEAE666F9}" dt="2026-01-09T08:52:13.850" v="1361" actId="120"/>
          <ac:spMkLst>
            <pc:docMk/>
            <pc:sldMk cId="1334371753" sldId="266"/>
            <ac:spMk id="2" creationId="{2FF4E853-0752-B762-8741-846BE43D1BE7}"/>
          </ac:spMkLst>
        </pc:spChg>
        <pc:spChg chg="add mod">
          <ac:chgData name="Chintha Kalyan" userId="6446dcc28e34c1f3" providerId="LiveId" clId="{86814FF1-4065-4647-9A78-CEECEAE666F9}" dt="2026-01-09T08:56:44.268" v="1379" actId="255"/>
          <ac:spMkLst>
            <pc:docMk/>
            <pc:sldMk cId="1334371753" sldId="266"/>
            <ac:spMk id="3" creationId="{65701E32-DEB3-ED00-DD4A-EFE418259DEB}"/>
          </ac:spMkLst>
        </pc:spChg>
        <pc:spChg chg="mod">
          <ac:chgData name="Chintha Kalyan" userId="6446dcc28e34c1f3" providerId="LiveId" clId="{86814FF1-4065-4647-9A78-CEECEAE666F9}" dt="2026-01-09T08:54:59.948" v="1368" actId="27636"/>
          <ac:spMkLst>
            <pc:docMk/>
            <pc:sldMk cId="1334371753" sldId="266"/>
            <ac:spMk id="4" creationId="{7C23CF26-ADF3-F3F8-7A2E-8B168808F76B}"/>
          </ac:spMkLst>
        </pc:spChg>
      </pc:sldChg>
      <pc:sldChg chg="addSp delSp modSp mod modClrScheme chgLayout">
        <pc:chgData name="Chintha Kalyan" userId="6446dcc28e34c1f3" providerId="LiveId" clId="{86814FF1-4065-4647-9A78-CEECEAE666F9}" dt="2026-01-09T09:00:59.983" v="1397" actId="12"/>
        <pc:sldMkLst>
          <pc:docMk/>
          <pc:sldMk cId="2827508020" sldId="267"/>
        </pc:sldMkLst>
        <pc:spChg chg="add mod ord">
          <ac:chgData name="Chintha Kalyan" userId="6446dcc28e34c1f3" providerId="LiveId" clId="{86814FF1-4065-4647-9A78-CEECEAE666F9}" dt="2026-01-09T09:00:47.689" v="1395" actId="14100"/>
          <ac:spMkLst>
            <pc:docMk/>
            <pc:sldMk cId="2827508020" sldId="267"/>
            <ac:spMk id="5" creationId="{55787DF0-5B5E-EEF7-38A1-601C5281647D}"/>
          </ac:spMkLst>
        </pc:spChg>
        <pc:spChg chg="add mod">
          <ac:chgData name="Chintha Kalyan" userId="6446dcc28e34c1f3" providerId="LiveId" clId="{86814FF1-4065-4647-9A78-CEECEAE666F9}" dt="2026-01-09T09:00:59.983" v="1397" actId="12"/>
          <ac:spMkLst>
            <pc:docMk/>
            <pc:sldMk cId="2827508020" sldId="267"/>
            <ac:spMk id="8" creationId="{24513B83-AB86-ADF3-D597-E086B7A50A93}"/>
          </ac:spMkLst>
        </pc:spChg>
      </pc:sldChg>
      <pc:sldChg chg="delSp modSp mod">
        <pc:chgData name="Chintha Kalyan" userId="6446dcc28e34c1f3" providerId="LiveId" clId="{86814FF1-4065-4647-9A78-CEECEAE666F9}" dt="2026-01-09T14:09:45.371" v="1442" actId="20577"/>
        <pc:sldMkLst>
          <pc:docMk/>
          <pc:sldMk cId="3783185116" sldId="268"/>
        </pc:sldMkLst>
        <pc:spChg chg="mod">
          <ac:chgData name="Chintha Kalyan" userId="6446dcc28e34c1f3" providerId="LiveId" clId="{86814FF1-4065-4647-9A78-CEECEAE666F9}" dt="2026-01-09T14:09:45.371" v="1442" actId="20577"/>
          <ac:spMkLst>
            <pc:docMk/>
            <pc:sldMk cId="3783185116" sldId="268"/>
            <ac:spMk id="2" creationId="{D60F90E1-1832-F371-E711-7529378817D5}"/>
          </ac:spMkLst>
        </pc:spChg>
        <pc:spChg chg="mod">
          <ac:chgData name="Chintha Kalyan" userId="6446dcc28e34c1f3" providerId="LiveId" clId="{86814FF1-4065-4647-9A78-CEECEAE666F9}" dt="2026-01-09T08:21:14.286" v="1286" actId="12"/>
          <ac:spMkLst>
            <pc:docMk/>
            <pc:sldMk cId="3783185116" sldId="268"/>
            <ac:spMk id="4" creationId="{88FC387F-E2DC-A9B9-E342-C4F6C85C550A}"/>
          </ac:spMkLst>
        </pc:spChg>
      </pc:sldChg>
      <pc:sldChg chg="modSp mod">
        <pc:chgData name="Chintha Kalyan" userId="6446dcc28e34c1f3" providerId="LiveId" clId="{86814FF1-4065-4647-9A78-CEECEAE666F9}" dt="2026-01-09T09:14:46.120" v="1430" actId="20577"/>
        <pc:sldMkLst>
          <pc:docMk/>
          <pc:sldMk cId="3230090845" sldId="272"/>
        </pc:sldMkLst>
        <pc:spChg chg="mod">
          <ac:chgData name="Chintha Kalyan" userId="6446dcc28e34c1f3" providerId="LiveId" clId="{86814FF1-4065-4647-9A78-CEECEAE666F9}" dt="2026-01-09T09:14:46.120" v="1430" actId="20577"/>
          <ac:spMkLst>
            <pc:docMk/>
            <pc:sldMk cId="3230090845" sldId="272"/>
            <ac:spMk id="3" creationId="{B411EFCE-000B-1866-51F4-B884E1FB9101}"/>
          </ac:spMkLst>
        </pc:spChg>
      </pc:sldChg>
      <pc:sldChg chg="addSp modSp mod">
        <pc:chgData name="Chintha Kalyan" userId="6446dcc28e34c1f3" providerId="LiveId" clId="{86814FF1-4065-4647-9A78-CEECEAE666F9}" dt="2026-01-09T06:13:49.304" v="769" actId="20577"/>
        <pc:sldMkLst>
          <pc:docMk/>
          <pc:sldMk cId="890901400" sldId="277"/>
        </pc:sldMkLst>
        <pc:spChg chg="mod">
          <ac:chgData name="Chintha Kalyan" userId="6446dcc28e34c1f3" providerId="LiveId" clId="{86814FF1-4065-4647-9A78-CEECEAE666F9}" dt="2026-01-09T06:04:42.053" v="626" actId="122"/>
          <ac:spMkLst>
            <pc:docMk/>
            <pc:sldMk cId="890901400" sldId="277"/>
            <ac:spMk id="2" creationId="{E5BDDC86-AF19-7700-5A6C-A1A9F354B554}"/>
          </ac:spMkLst>
        </pc:spChg>
        <pc:spChg chg="mod">
          <ac:chgData name="Chintha Kalyan" userId="6446dcc28e34c1f3" providerId="LiveId" clId="{86814FF1-4065-4647-9A78-CEECEAE666F9}" dt="2026-01-09T04:43:37.579" v="93" actId="20577"/>
          <ac:spMkLst>
            <pc:docMk/>
            <pc:sldMk cId="890901400" sldId="277"/>
            <ac:spMk id="3" creationId="{BD42C54A-CC18-5C6E-F76F-E9E3C8EFA37B}"/>
          </ac:spMkLst>
        </pc:spChg>
        <pc:spChg chg="add mod">
          <ac:chgData name="Chintha Kalyan" userId="6446dcc28e34c1f3" providerId="LiveId" clId="{86814FF1-4065-4647-9A78-CEECEAE666F9}" dt="2026-01-09T06:13:49.304" v="769" actId="20577"/>
          <ac:spMkLst>
            <pc:docMk/>
            <pc:sldMk cId="890901400" sldId="277"/>
            <ac:spMk id="5" creationId="{B73C5C84-7B84-7BB5-FB67-11B4A1A52AC5}"/>
          </ac:spMkLst>
        </pc:spChg>
      </pc:sldChg>
      <pc:sldChg chg="addSp delSp modSp new mod chgLayout">
        <pc:chgData name="Chintha Kalyan" userId="6446dcc28e34c1f3" providerId="LiveId" clId="{86814FF1-4065-4647-9A78-CEECEAE666F9}" dt="2026-01-09T07:10:32.754" v="996" actId="14100"/>
        <pc:sldMkLst>
          <pc:docMk/>
          <pc:sldMk cId="1226337395" sldId="278"/>
        </pc:sldMkLst>
        <pc:spChg chg="mod ord">
          <ac:chgData name="Chintha Kalyan" userId="6446dcc28e34c1f3" providerId="LiveId" clId="{86814FF1-4065-4647-9A78-CEECEAE666F9}" dt="2026-01-09T07:08:51.291" v="983" actId="700"/>
          <ac:spMkLst>
            <pc:docMk/>
            <pc:sldMk cId="1226337395" sldId="278"/>
            <ac:spMk id="2" creationId="{D1188BE4-969C-10A4-6351-CBD5933AFFF4}"/>
          </ac:spMkLst>
        </pc:spChg>
        <pc:spChg chg="mod ord">
          <ac:chgData name="Chintha Kalyan" userId="6446dcc28e34c1f3" providerId="LiveId" clId="{86814FF1-4065-4647-9A78-CEECEAE666F9}" dt="2026-01-09T07:08:51.291" v="983" actId="700"/>
          <ac:spMkLst>
            <pc:docMk/>
            <pc:sldMk cId="1226337395" sldId="278"/>
            <ac:spMk id="4" creationId="{DF33EDAA-BDC7-9A82-4EDE-64C195D917FC}"/>
          </ac:spMkLst>
        </pc:spChg>
        <pc:picChg chg="add mod">
          <ac:chgData name="Chintha Kalyan" userId="6446dcc28e34c1f3" providerId="LiveId" clId="{86814FF1-4065-4647-9A78-CEECEAE666F9}" dt="2026-01-09T07:10:32.754" v="996" actId="14100"/>
          <ac:picMkLst>
            <pc:docMk/>
            <pc:sldMk cId="1226337395" sldId="278"/>
            <ac:picMk id="9" creationId="{A1875F3C-B28D-2FC4-1CF5-9C7A84FD270C}"/>
          </ac:picMkLst>
        </pc:picChg>
      </pc:sldChg>
      <pc:sldChg chg="addSp delSp modSp new mod">
        <pc:chgData name="Chintha Kalyan" userId="6446dcc28e34c1f3" providerId="LiveId" clId="{86814FF1-4065-4647-9A78-CEECEAE666F9}" dt="2026-02-07T05:23:35.073" v="1516" actId="1076"/>
        <pc:sldMkLst>
          <pc:docMk/>
          <pc:sldMk cId="4189452294" sldId="279"/>
        </pc:sldMkLst>
        <pc:spChg chg="mod">
          <ac:chgData name="Chintha Kalyan" userId="6446dcc28e34c1f3" providerId="LiveId" clId="{86814FF1-4065-4647-9A78-CEECEAE666F9}" dt="2026-01-09T06:38:33.192" v="881" actId="115"/>
          <ac:spMkLst>
            <pc:docMk/>
            <pc:sldMk cId="4189452294" sldId="279"/>
            <ac:spMk id="2" creationId="{F29136D0-5243-2932-0EAB-37BBA4D6C55E}"/>
          </ac:spMkLst>
        </pc:spChg>
        <pc:spChg chg="add mod">
          <ac:chgData name="Chintha Kalyan" userId="6446dcc28e34c1f3" providerId="LiveId" clId="{86814FF1-4065-4647-9A78-CEECEAE666F9}" dt="2026-02-07T05:21:38.874" v="1498" actId="14100"/>
          <ac:spMkLst>
            <pc:docMk/>
            <pc:sldMk cId="4189452294" sldId="279"/>
            <ac:spMk id="3" creationId="{65B074A8-AF1B-93E4-D429-3A88459B2071}"/>
          </ac:spMkLst>
        </pc:spChg>
        <pc:spChg chg="add mod">
          <ac:chgData name="Chintha Kalyan" userId="6446dcc28e34c1f3" providerId="LiveId" clId="{86814FF1-4065-4647-9A78-CEECEAE666F9}" dt="2026-02-07T05:13:42.376" v="1470" actId="1076"/>
          <ac:spMkLst>
            <pc:docMk/>
            <pc:sldMk cId="4189452294" sldId="279"/>
            <ac:spMk id="5" creationId="{3C9B3ED3-7796-55BE-3791-C34E05593073}"/>
          </ac:spMkLst>
        </pc:spChg>
        <pc:picChg chg="add mod">
          <ac:chgData name="Chintha Kalyan" userId="6446dcc28e34c1f3" providerId="LiveId" clId="{86814FF1-4065-4647-9A78-CEECEAE666F9}" dt="2026-02-07T05:23:35.073" v="1516" actId="1076"/>
          <ac:picMkLst>
            <pc:docMk/>
            <pc:sldMk cId="4189452294" sldId="279"/>
            <ac:picMk id="6" creationId="{EAB51FC5-EAFF-9268-DCA3-FFD31BC2BC96}"/>
          </ac:picMkLst>
        </pc:picChg>
        <pc:picChg chg="add mod modCrop">
          <ac:chgData name="Chintha Kalyan" userId="6446dcc28e34c1f3" providerId="LiveId" clId="{86814FF1-4065-4647-9A78-CEECEAE666F9}" dt="2026-02-07T05:21:50.375" v="1501" actId="14100"/>
          <ac:picMkLst>
            <pc:docMk/>
            <pc:sldMk cId="4189452294" sldId="279"/>
            <ac:picMk id="7" creationId="{1E79F306-14D8-CFE3-8967-A57C0585FE91}"/>
          </ac:picMkLst>
        </pc:picChg>
      </pc:sldChg>
      <pc:sldChg chg="addSp delSp modSp new mod">
        <pc:chgData name="Chintha Kalyan" userId="6446dcc28e34c1f3" providerId="LiveId" clId="{86814FF1-4065-4647-9A78-CEECEAE666F9}" dt="2026-01-09T06:32:16.141" v="845" actId="115"/>
        <pc:sldMkLst>
          <pc:docMk/>
          <pc:sldMk cId="867286692" sldId="280"/>
        </pc:sldMkLst>
        <pc:spChg chg="mod">
          <ac:chgData name="Chintha Kalyan" userId="6446dcc28e34c1f3" providerId="LiveId" clId="{86814FF1-4065-4647-9A78-CEECEAE666F9}" dt="2026-01-09T06:32:16.141" v="845" actId="115"/>
          <ac:spMkLst>
            <pc:docMk/>
            <pc:sldMk cId="867286692" sldId="280"/>
            <ac:spMk id="2" creationId="{A1DE4E10-C507-0014-FAB2-014CA9A4F21A}"/>
          </ac:spMkLst>
        </pc:spChg>
        <pc:spChg chg="mod">
          <ac:chgData name="Chintha Kalyan" userId="6446dcc28e34c1f3" providerId="LiveId" clId="{86814FF1-4065-4647-9A78-CEECEAE666F9}" dt="2026-01-09T06:31:47.353" v="844" actId="20577"/>
          <ac:spMkLst>
            <pc:docMk/>
            <pc:sldMk cId="867286692" sldId="280"/>
            <ac:spMk id="4" creationId="{6A7CE59C-9472-A190-3731-2EA72BC5E382}"/>
          </ac:spMkLst>
        </pc:spChg>
        <pc:picChg chg="add mod ord modCrop">
          <ac:chgData name="Chintha Kalyan" userId="6446dcc28e34c1f3" providerId="LiveId" clId="{86814FF1-4065-4647-9A78-CEECEAE666F9}" dt="2026-01-09T06:31:22.530" v="840" actId="1076"/>
          <ac:picMkLst>
            <pc:docMk/>
            <pc:sldMk cId="867286692" sldId="280"/>
            <ac:picMk id="10" creationId="{7985E8A5-B5C0-CF85-2684-A5D449081153}"/>
          </ac:picMkLst>
        </pc:picChg>
      </pc:sldChg>
      <pc:sldChg chg="addSp delSp modSp new mod">
        <pc:chgData name="Chintha Kalyan" userId="6446dcc28e34c1f3" providerId="LiveId" clId="{86814FF1-4065-4647-9A78-CEECEAE666F9}" dt="2026-01-09T07:21:54.468" v="1078" actId="14100"/>
        <pc:sldMkLst>
          <pc:docMk/>
          <pc:sldMk cId="3283046366" sldId="281"/>
        </pc:sldMkLst>
        <pc:spChg chg="mod">
          <ac:chgData name="Chintha Kalyan" userId="6446dcc28e34c1f3" providerId="LiveId" clId="{86814FF1-4065-4647-9A78-CEECEAE666F9}" dt="2026-01-09T07:12:27.925" v="1044" actId="14100"/>
          <ac:spMkLst>
            <pc:docMk/>
            <pc:sldMk cId="3283046366" sldId="281"/>
            <ac:spMk id="2" creationId="{516B01CC-1E39-A7F5-7619-7BA9DCDFB40F}"/>
          </ac:spMkLst>
        </pc:spChg>
        <pc:spChg chg="add mod">
          <ac:chgData name="Chintha Kalyan" userId="6446dcc28e34c1f3" providerId="LiveId" clId="{86814FF1-4065-4647-9A78-CEECEAE666F9}" dt="2026-01-09T07:21:06.623" v="1069" actId="2711"/>
          <ac:spMkLst>
            <pc:docMk/>
            <pc:sldMk cId="3283046366" sldId="281"/>
            <ac:spMk id="5" creationId="{A5B0E950-8D68-2F6F-7188-DC17BC7CAF39}"/>
          </ac:spMkLst>
        </pc:spChg>
        <pc:picChg chg="add mod">
          <ac:chgData name="Chintha Kalyan" userId="6446dcc28e34c1f3" providerId="LiveId" clId="{86814FF1-4065-4647-9A78-CEECEAE666F9}" dt="2026-01-09T07:21:54.468" v="1078" actId="14100"/>
          <ac:picMkLst>
            <pc:docMk/>
            <pc:sldMk cId="3283046366" sldId="281"/>
            <ac:picMk id="7" creationId="{75B7CD41-9826-D40E-BA3C-1EB70108838B}"/>
          </ac:picMkLst>
        </pc:picChg>
      </pc:sldChg>
      <pc:sldChg chg="addSp delSp modSp new mod">
        <pc:chgData name="Chintha Kalyan" userId="6446dcc28e34c1f3" providerId="LiveId" clId="{86814FF1-4065-4647-9A78-CEECEAE666F9}" dt="2026-01-09T08:25:39.582" v="1319" actId="12"/>
        <pc:sldMkLst>
          <pc:docMk/>
          <pc:sldMk cId="199970843" sldId="282"/>
        </pc:sldMkLst>
        <pc:spChg chg="mod">
          <ac:chgData name="Chintha Kalyan" userId="6446dcc28e34c1f3" providerId="LiveId" clId="{86814FF1-4065-4647-9A78-CEECEAE666F9}" dt="2026-01-09T08:22:48.049" v="1307" actId="14100"/>
          <ac:spMkLst>
            <pc:docMk/>
            <pc:sldMk cId="199970843" sldId="282"/>
            <ac:spMk id="2" creationId="{14590699-6CA5-8421-5C6B-DBA3F3B33CE6}"/>
          </ac:spMkLst>
        </pc:spChg>
        <pc:spChg chg="add mod">
          <ac:chgData name="Chintha Kalyan" userId="6446dcc28e34c1f3" providerId="LiveId" clId="{86814FF1-4065-4647-9A78-CEECEAE666F9}" dt="2026-01-09T08:25:39.582" v="1319" actId="12"/>
          <ac:spMkLst>
            <pc:docMk/>
            <pc:sldMk cId="199970843" sldId="282"/>
            <ac:spMk id="5" creationId="{4B7D19A9-DB5E-5D20-10A7-69E720E2D930}"/>
          </ac:spMkLst>
        </pc:spChg>
      </pc:sldChg>
      <pc:sldChg chg="addSp delSp modSp new mod">
        <pc:chgData name="Chintha Kalyan" userId="6446dcc28e34c1f3" providerId="LiveId" clId="{86814FF1-4065-4647-9A78-CEECEAE666F9}" dt="2026-01-09T07:48:07.556" v="1139" actId="14100"/>
        <pc:sldMkLst>
          <pc:docMk/>
          <pc:sldMk cId="707415489" sldId="283"/>
        </pc:sldMkLst>
        <pc:spChg chg="mod">
          <ac:chgData name="Chintha Kalyan" userId="6446dcc28e34c1f3" providerId="LiveId" clId="{86814FF1-4065-4647-9A78-CEECEAE666F9}" dt="2026-01-09T07:23:51.504" v="1109" actId="14100"/>
          <ac:spMkLst>
            <pc:docMk/>
            <pc:sldMk cId="707415489" sldId="283"/>
            <ac:spMk id="2" creationId="{FB605F2F-885E-0CA6-A348-EFD1EB230CEB}"/>
          </ac:spMkLst>
        </pc:spChg>
        <pc:spChg chg="add mod">
          <ac:chgData name="Chintha Kalyan" userId="6446dcc28e34c1f3" providerId="LiveId" clId="{86814FF1-4065-4647-9A78-CEECEAE666F9}" dt="2026-01-09T07:47:16.100" v="1129" actId="255"/>
          <ac:spMkLst>
            <pc:docMk/>
            <pc:sldMk cId="707415489" sldId="283"/>
            <ac:spMk id="5" creationId="{4948F6BB-07A6-1E79-1971-9B92AAE7B1F2}"/>
          </ac:spMkLst>
        </pc:spChg>
        <pc:picChg chg="add mod">
          <ac:chgData name="Chintha Kalyan" userId="6446dcc28e34c1f3" providerId="LiveId" clId="{86814FF1-4065-4647-9A78-CEECEAE666F9}" dt="2026-01-09T07:48:07.556" v="1139" actId="14100"/>
          <ac:picMkLst>
            <pc:docMk/>
            <pc:sldMk cId="707415489" sldId="283"/>
            <ac:picMk id="7" creationId="{BE31B7E5-2F10-28B5-8438-95D5915B4B37}"/>
          </ac:picMkLst>
        </pc:picChg>
      </pc:sldChg>
      <pc:sldChg chg="addSp delSp modSp new mod">
        <pc:chgData name="Chintha Kalyan" userId="6446dcc28e34c1f3" providerId="LiveId" clId="{86814FF1-4065-4647-9A78-CEECEAE666F9}" dt="2026-02-07T03:29:11.024" v="1465" actId="14100"/>
        <pc:sldMkLst>
          <pc:docMk/>
          <pc:sldMk cId="4139171461" sldId="284"/>
        </pc:sldMkLst>
        <pc:spChg chg="mod">
          <ac:chgData name="Chintha Kalyan" userId="6446dcc28e34c1f3" providerId="LiveId" clId="{86814FF1-4065-4647-9A78-CEECEAE666F9}" dt="2026-02-07T03:29:11.024" v="1465" actId="14100"/>
          <ac:spMkLst>
            <pc:docMk/>
            <pc:sldMk cId="4139171461" sldId="284"/>
            <ac:spMk id="2" creationId="{0058BF9C-1D00-AAFD-F1ED-8689D455D76F}"/>
          </ac:spMkLst>
        </pc:spChg>
        <pc:spChg chg="add mod">
          <ac:chgData name="Chintha Kalyan" userId="6446dcc28e34c1f3" providerId="LiveId" clId="{86814FF1-4065-4647-9A78-CEECEAE666F9}" dt="2026-01-09T08:09:21" v="1226" actId="12"/>
          <ac:spMkLst>
            <pc:docMk/>
            <pc:sldMk cId="4139171461" sldId="284"/>
            <ac:spMk id="7" creationId="{73ADF27D-DA46-35F8-A092-9F396B1FEE9A}"/>
          </ac:spMkLst>
        </pc:spChg>
        <pc:picChg chg="add mod">
          <ac:chgData name="Chintha Kalyan" userId="6446dcc28e34c1f3" providerId="LiveId" clId="{86814FF1-4065-4647-9A78-CEECEAE666F9}" dt="2026-01-09T08:10:15.046" v="1236" actId="14100"/>
          <ac:picMkLst>
            <pc:docMk/>
            <pc:sldMk cId="4139171461" sldId="284"/>
            <ac:picMk id="9" creationId="{A2607065-2A06-0321-1A63-3D8B95B06319}"/>
          </ac:picMkLst>
        </pc:picChg>
      </pc:sldChg>
      <pc:sldChg chg="new del">
        <pc:chgData name="Chintha Kalyan" userId="6446dcc28e34c1f3" providerId="LiveId" clId="{86814FF1-4065-4647-9A78-CEECEAE666F9}" dt="2026-02-07T05:35:33.704" v="1518" actId="2696"/>
        <pc:sldMkLst>
          <pc:docMk/>
          <pc:sldMk cId="1591397321" sldId="285"/>
        </pc:sldMkLst>
      </pc:sldChg>
      <pc:sldChg chg="addSp modSp new del mod">
        <pc:chgData name="Chintha Kalyan" userId="6446dcc28e34c1f3" providerId="LiveId" clId="{86814FF1-4065-4647-9A78-CEECEAE666F9}" dt="2026-02-07T05:22:08.869" v="1502" actId="2696"/>
        <pc:sldMkLst>
          <pc:docMk/>
          <pc:sldMk cId="1700068816" sldId="285"/>
        </pc:sldMkLst>
        <pc:spChg chg="mod">
          <ac:chgData name="Chintha Kalyan" userId="6446dcc28e34c1f3" providerId="LiveId" clId="{86814FF1-4065-4647-9A78-CEECEAE666F9}" dt="2026-02-07T05:18:05.685" v="1487" actId="27636"/>
          <ac:spMkLst>
            <pc:docMk/>
            <pc:sldMk cId="1700068816" sldId="285"/>
            <ac:spMk id="3" creationId="{B4A14C90-5626-D84E-D9BD-AAD4C6B5AD38}"/>
          </ac:spMkLst>
        </pc:spChg>
        <pc:picChg chg="add mod">
          <ac:chgData name="Chintha Kalyan" userId="6446dcc28e34c1f3" providerId="LiveId" clId="{86814FF1-4065-4647-9A78-CEECEAE666F9}" dt="2026-02-07T05:16:49.804" v="1474"/>
          <ac:picMkLst>
            <pc:docMk/>
            <pc:sldMk cId="1700068816" sldId="285"/>
            <ac:picMk id="5" creationId="{4BAD4646-39AB-0CAF-0CC2-9FB15C7F141E}"/>
          </ac:picMkLst>
        </pc:picChg>
        <pc:picChg chg="add mod">
          <ac:chgData name="Chintha Kalyan" userId="6446dcc28e34c1f3" providerId="LiveId" clId="{86814FF1-4065-4647-9A78-CEECEAE666F9}" dt="2026-02-07T05:17:01.848" v="1476" actId="1076"/>
          <ac:picMkLst>
            <pc:docMk/>
            <pc:sldMk cId="1700068816" sldId="285"/>
            <ac:picMk id="6" creationId="{E607351B-812A-C529-7D8C-1379554FC546}"/>
          </ac:picMkLst>
        </pc:picChg>
        <pc:picChg chg="add mod">
          <ac:chgData name="Chintha Kalyan" userId="6446dcc28e34c1f3" providerId="LiveId" clId="{86814FF1-4065-4647-9A78-CEECEAE666F9}" dt="2026-02-07T05:17:48.874" v="1481" actId="1076"/>
          <ac:picMkLst>
            <pc:docMk/>
            <pc:sldMk cId="1700068816" sldId="285"/>
            <ac:picMk id="7" creationId="{04AAF5A4-60C8-ED6D-9DD8-230B53689CBE}"/>
          </ac:picMkLst>
        </pc:picChg>
      </pc:sldChg>
      <pc:sldChg chg="addSp delSp modSp new mod">
        <pc:chgData name="Chintha Kalyan" userId="6446dcc28e34c1f3" providerId="LiveId" clId="{86814FF1-4065-4647-9A78-CEECEAE666F9}" dt="2026-02-07T05:42:37.408" v="1577" actId="113"/>
        <pc:sldMkLst>
          <pc:docMk/>
          <pc:sldMk cId="3863282673" sldId="285"/>
        </pc:sldMkLst>
        <pc:spChg chg="del mod">
          <ac:chgData name="Chintha Kalyan" userId="6446dcc28e34c1f3" providerId="LiveId" clId="{86814FF1-4065-4647-9A78-CEECEAE666F9}" dt="2026-02-07T05:39:51.676" v="1554" actId="478"/>
          <ac:spMkLst>
            <pc:docMk/>
            <pc:sldMk cId="3863282673" sldId="285"/>
            <ac:spMk id="2" creationId="{FF4D8781-38AD-A99B-27A6-AF1578B8878F}"/>
          </ac:spMkLst>
        </pc:spChg>
        <pc:spChg chg="del mod">
          <ac:chgData name="Chintha Kalyan" userId="6446dcc28e34c1f3" providerId="LiveId" clId="{86814FF1-4065-4647-9A78-CEECEAE666F9}" dt="2026-02-07T05:37:46.261" v="1539" actId="931"/>
          <ac:spMkLst>
            <pc:docMk/>
            <pc:sldMk cId="3863282673" sldId="285"/>
            <ac:spMk id="3" creationId="{CFC5978B-755C-B596-E364-1D224908D553}"/>
          </ac:spMkLst>
        </pc:spChg>
        <pc:spChg chg="mod">
          <ac:chgData name="Chintha Kalyan" userId="6446dcc28e34c1f3" providerId="LiveId" clId="{86814FF1-4065-4647-9A78-CEECEAE666F9}" dt="2026-02-07T05:42:37.408" v="1577" actId="113"/>
          <ac:spMkLst>
            <pc:docMk/>
            <pc:sldMk cId="3863282673" sldId="285"/>
            <ac:spMk id="4" creationId="{12FDE7D5-9BEF-E6AD-A580-E6F657E229FA}"/>
          </ac:spMkLst>
        </pc:spChg>
        <pc:spChg chg="add del mod">
          <ac:chgData name="Chintha Kalyan" userId="6446dcc28e34c1f3" providerId="LiveId" clId="{86814FF1-4065-4647-9A78-CEECEAE666F9}" dt="2026-02-07T05:38:45.323" v="1546" actId="931"/>
          <ac:spMkLst>
            <pc:docMk/>
            <pc:sldMk cId="3863282673" sldId="285"/>
            <ac:spMk id="8" creationId="{A588C038-D452-FB16-BDD5-BC87E1D593F6}"/>
          </ac:spMkLst>
        </pc:spChg>
        <pc:picChg chg="add del mod ord">
          <ac:chgData name="Chintha Kalyan" userId="6446dcc28e34c1f3" providerId="LiveId" clId="{86814FF1-4065-4647-9A78-CEECEAE666F9}" dt="2026-02-07T05:38:32.557" v="1545" actId="21"/>
          <ac:picMkLst>
            <pc:docMk/>
            <pc:sldMk cId="3863282673" sldId="285"/>
            <ac:picMk id="6" creationId="{38474D9F-8405-08BC-E88A-1D542FAB9C63}"/>
          </ac:picMkLst>
        </pc:picChg>
        <pc:picChg chg="add mod ord">
          <ac:chgData name="Chintha Kalyan" userId="6446dcc28e34c1f3" providerId="LiveId" clId="{86814FF1-4065-4647-9A78-CEECEAE666F9}" dt="2026-02-07T05:39:03.136" v="1550" actId="14100"/>
          <ac:picMkLst>
            <pc:docMk/>
            <pc:sldMk cId="3863282673" sldId="285"/>
            <ac:picMk id="10" creationId="{0E3583A4-B961-54A2-B325-0C9CAC346FE9}"/>
          </ac:picMkLst>
        </pc:picChg>
      </pc:sldChg>
      <pc:sldChg chg="add del">
        <pc:chgData name="Chintha Kalyan" userId="6446dcc28e34c1f3" providerId="LiveId" clId="{86814FF1-4065-4647-9A78-CEECEAE666F9}" dt="2026-02-07T05:35:57.636" v="1523" actId="2696"/>
        <pc:sldMkLst>
          <pc:docMk/>
          <pc:sldMk cId="469515001" sldId="286"/>
        </pc:sldMkLst>
      </pc:sldChg>
      <pc:sldChg chg="new del">
        <pc:chgData name="Chintha Kalyan" userId="6446dcc28e34c1f3" providerId="LiveId" clId="{86814FF1-4065-4647-9A78-CEECEAE666F9}" dt="2026-02-07T06:00:55.907" v="1579" actId="680"/>
        <pc:sldMkLst>
          <pc:docMk/>
          <pc:sldMk cId="1979062751" sldId="286"/>
        </pc:sldMkLst>
      </pc:sldChg>
      <pc:sldChg chg="add del">
        <pc:chgData name="Chintha Kalyan" userId="6446dcc28e34c1f3" providerId="LiveId" clId="{86814FF1-4065-4647-9A78-CEECEAE666F9}" dt="2026-02-07T05:35:48.976" v="1521" actId="2696"/>
        <pc:sldMkLst>
          <pc:docMk/>
          <pc:sldMk cId="2222065650" sldId="286"/>
        </pc:sldMkLst>
      </pc:sldChg>
      <pc:sldChg chg="addSp delSp modSp new mod">
        <pc:chgData name="Chintha Kalyan" userId="6446dcc28e34c1f3" providerId="LiveId" clId="{86814FF1-4065-4647-9A78-CEECEAE666F9}" dt="2026-02-07T06:02:26.090" v="1591" actId="1076"/>
        <pc:sldMkLst>
          <pc:docMk/>
          <pc:sldMk cId="2419302611" sldId="286"/>
        </pc:sldMkLst>
        <pc:spChg chg="del">
          <ac:chgData name="Chintha Kalyan" userId="6446dcc28e34c1f3" providerId="LiveId" clId="{86814FF1-4065-4647-9A78-CEECEAE666F9}" dt="2026-02-07T06:02:00.959" v="1586" actId="478"/>
          <ac:spMkLst>
            <pc:docMk/>
            <pc:sldMk cId="2419302611" sldId="286"/>
            <ac:spMk id="2" creationId="{DEEAC4FE-6E24-942E-6D7E-28D74CC21E19}"/>
          </ac:spMkLst>
        </pc:spChg>
        <pc:spChg chg="del">
          <ac:chgData name="Chintha Kalyan" userId="6446dcc28e34c1f3" providerId="LiveId" clId="{86814FF1-4065-4647-9A78-CEECEAE666F9}" dt="2026-02-07T06:01:24.190" v="1581" actId="931"/>
          <ac:spMkLst>
            <pc:docMk/>
            <pc:sldMk cId="2419302611" sldId="286"/>
            <ac:spMk id="3" creationId="{DC656C73-F5AF-2046-A10A-7FAA007ED1F9}"/>
          </ac:spMkLst>
        </pc:spChg>
        <pc:spChg chg="del mod">
          <ac:chgData name="Chintha Kalyan" userId="6446dcc28e34c1f3" providerId="LiveId" clId="{86814FF1-4065-4647-9A78-CEECEAE666F9}" dt="2026-02-07T06:01:58.683" v="1585" actId="478"/>
          <ac:spMkLst>
            <pc:docMk/>
            <pc:sldMk cId="2419302611" sldId="286"/>
            <ac:spMk id="4" creationId="{F0FDA653-B1CF-33CC-191A-707DFCC6B0F2}"/>
          </ac:spMkLst>
        </pc:spChg>
        <pc:picChg chg="add mod ord">
          <ac:chgData name="Chintha Kalyan" userId="6446dcc28e34c1f3" providerId="LiveId" clId="{86814FF1-4065-4647-9A78-CEECEAE666F9}" dt="2026-02-07T06:02:26.090" v="1591" actId="1076"/>
          <ac:picMkLst>
            <pc:docMk/>
            <pc:sldMk cId="2419302611" sldId="286"/>
            <ac:picMk id="6" creationId="{FF9C7960-BC17-7F54-D953-7F75B3BFCBD1}"/>
          </ac:picMkLst>
        </pc:picChg>
      </pc:sldChg>
      <pc:sldMasterChg chg="delSldLayout">
        <pc:chgData name="Chintha Kalyan" userId="6446dcc28e34c1f3" providerId="LiveId" clId="{86814FF1-4065-4647-9A78-CEECEAE666F9}" dt="2026-02-07T05:22:08.869" v="1502" actId="2696"/>
        <pc:sldMasterMkLst>
          <pc:docMk/>
          <pc:sldMasterMk cId="0" sldId="2147483648"/>
        </pc:sldMasterMkLst>
        <pc:sldLayoutChg chg="del">
          <pc:chgData name="Chintha Kalyan" userId="6446dcc28e34c1f3" providerId="LiveId" clId="{86814FF1-4065-4647-9A78-CEECEAE666F9}" dt="2026-02-07T05:22:08.869" v="1502" actId="2696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2509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60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55" y="0"/>
            <a:ext cx="12190815" cy="70606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533126" y="3910163"/>
            <a:ext cx="593199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800" b="1" dirty="0">
                <a:solidFill>
                  <a:srgbClr val="002060"/>
                </a:solidFill>
              </a:rPr>
              <a:t>Data-Driven Cricket Performance Analysis.</a:t>
            </a:r>
            <a:endParaRPr sz="2800" b="1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10588-4B5E-0B29-F640-E853F159DBFB}"/>
              </a:ext>
            </a:extLst>
          </p:cNvPr>
          <p:cNvSpPr/>
          <p:nvPr/>
        </p:nvSpPr>
        <p:spPr>
          <a:xfrm>
            <a:off x="8107051" y="4864230"/>
            <a:ext cx="3167407" cy="1564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ts val="1800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CHINTHA KALYAN  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 No :450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 </a:t>
            </a: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Innomatics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Research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Labs ,</a:t>
            </a: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Dilshuknagar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D26D-9A0D-1E88-9A25-F325A972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  <a:buFont typeface="Arial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Arial"/>
              </a:rPr>
              <a:t>About 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1EFCE-000B-1866-51F4-B884E1FB9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8290"/>
            <a:ext cx="10515600" cy="4668674"/>
          </a:xfrm>
        </p:spPr>
        <p:txBody>
          <a:bodyPr/>
          <a:lstStyle/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CHINTHA KALYAN.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Graduation in Computer Science and (internet of Things) from Balaji Group of Institution Warangal.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https:/linkedin.com/in/kalyan-chintha-481133323/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https://github.com/7386472091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9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DC86-AF19-7700-5A6C-A1A9F354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2087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Agenda: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2C54A-CC18-5C6E-F76F-E9E3C8EF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61" y="1550321"/>
            <a:ext cx="10515600" cy="4351338"/>
          </a:xfrm>
        </p:spPr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endParaRPr lang="en-IN" sz="2400" b="1" dirty="0"/>
          </a:p>
          <a:p>
            <a:pPr>
              <a:lnSpc>
                <a:spcPct val="150000"/>
              </a:lnSpc>
            </a:pPr>
            <a:endParaRPr lang="en-IN" sz="2400" b="1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C5C84-7B84-7BB5-FB67-11B4A1A52AC5}"/>
              </a:ext>
            </a:extLst>
          </p:cNvPr>
          <p:cNvSpPr txBox="1"/>
          <p:nvPr/>
        </p:nvSpPr>
        <p:spPr>
          <a:xfrm>
            <a:off x="356420" y="1032388"/>
            <a:ext cx="1049839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Univariant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Bivariant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Multivariant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&amp; Recommendations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Conclusion.</a:t>
            </a:r>
          </a:p>
        </p:txBody>
      </p:sp>
    </p:spTree>
    <p:extLst>
      <p:ext uri="{BB962C8B-B14F-4D97-AF65-F5344CB8AC3E}">
        <p14:creationId xmlns:p14="http://schemas.microsoft.com/office/powerpoint/2010/main" val="890901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DBEA-AE18-5342-296C-2B9E87F9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285135"/>
            <a:ext cx="10675374" cy="98219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7C4E5-0DBC-E826-0D07-1CA666F5E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135" y="1366685"/>
            <a:ext cx="11710220" cy="4316360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endParaRPr lang="en-IN" sz="2400" dirty="0"/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A050A2-2C80-A9DA-D540-355C94672B8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5135" y="1267327"/>
            <a:ext cx="109826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Cricket selectors lack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method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consistent and high-impact batting performers.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distinguish between players who score occasional big innings and those who contribute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across matches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Teams face challenges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optimizing squad selection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performance metrics like runs, averages, and centuries.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Coaches need better insights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half-centuries into match-winning centuries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use historical performance data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decision-making and team success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14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7ABC-63CD-33B8-E2D6-C5900FC03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393289"/>
            <a:ext cx="11356258" cy="79641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Problem Statements: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668074-230C-D390-8D19-7E7EFE7A878F}"/>
              </a:ext>
            </a:extLst>
          </p:cNvPr>
          <p:cNvSpPr/>
          <p:nvPr/>
        </p:nvSpPr>
        <p:spPr>
          <a:xfrm>
            <a:off x="3940404" y="2243579"/>
            <a:ext cx="1649691" cy="612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C9DC0E8-ACB1-4A84-C760-DF207FA79E0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-1" y="1636851"/>
            <a:ext cx="12192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Cricket teams often rely on subjective judgment rather than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player evaluation.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challenging to accurately measure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player consistency and performance impact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raw statistics alone.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players who can consistently contribute runs across matches remains a key problem.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Coaches lack analytical insights to understand the gap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half-centuries and centuries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use of performance data can lead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suboptimal team selection decisions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analysis of batting metrics is required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and team outcomes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54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E853-0752-B762-8741-846BE43D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98" y="206477"/>
            <a:ext cx="7461688" cy="98984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3CF26-ADF3-F3F8-7A2E-8B168808F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1773356" y="5279921"/>
            <a:ext cx="10261327" cy="609601"/>
          </a:xfrm>
        </p:spPr>
        <p:txBody>
          <a:bodyPr>
            <a:normAutofit/>
          </a:bodyPr>
          <a:lstStyle/>
          <a:p>
            <a:pPr marL="228600" indent="0"/>
            <a:r>
              <a:rPr lang="en-US" sz="2800" dirty="0"/>
              <a:t> </a:t>
            </a:r>
            <a:endParaRPr lang="en-US" sz="20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701E32-DEB3-ED00-DD4A-EFE418259DE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1535288"/>
            <a:ext cx="1141525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player performance using key batting metrics such as runs, matches, averages, 50s, and 100s.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consistent and high-performing players through statistical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distribution of half-centuries and centuries among players.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uncover patterns and relationships that influence batting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decision making for team selection and performance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33437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4E10-C507-0014-FAB2-014CA9A4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826"/>
            <a:ext cx="10133012" cy="688258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Scraping: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CE59C-9472-A190-3731-2EA72BC5E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311" y="1032388"/>
            <a:ext cx="7935935" cy="4788310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Sending a Request:</a:t>
            </a:r>
            <a:r>
              <a:rPr lang="en-US" sz="2400" dirty="0"/>
              <a:t> The scraper sends a request to a website’s server to access a webpage.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Retrieving HTML Content:</a:t>
            </a:r>
            <a:r>
              <a:rPr lang="en-US" sz="2400" dirty="0"/>
              <a:t> The website responds with the HTML, CSS, and JavaScript code of the page.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Parsing Data:</a:t>
            </a:r>
            <a:r>
              <a:rPr lang="en-US" sz="2400" dirty="0"/>
              <a:t> Tools like </a:t>
            </a:r>
            <a:r>
              <a:rPr lang="en-US" sz="2400" b="1" dirty="0"/>
              <a:t>Beautiful Soup, Selenium, or Scrapy</a:t>
            </a:r>
            <a:r>
              <a:rPr lang="en-US" sz="2400" dirty="0"/>
              <a:t> extract the desired information from the HTML.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Cleaning &amp; Structuring:</a:t>
            </a:r>
            <a:r>
              <a:rPr lang="en-US" sz="2400" dirty="0"/>
              <a:t> Extracted data is cleaned and organized into tables, CSVs, or databases.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Analysis &amp; Visualization:</a:t>
            </a:r>
            <a:r>
              <a:rPr lang="en-US" sz="2400" dirty="0"/>
              <a:t> The structured data can then be analyzed or visualized for insights.</a:t>
            </a:r>
          </a:p>
          <a:p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985E8A5-B5C0-CF85-2684-A5D44908115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58" r="578"/>
          <a:stretch>
            <a:fillRect/>
          </a:stretch>
        </p:blipFill>
        <p:spPr>
          <a:xfrm>
            <a:off x="8152246" y="953730"/>
            <a:ext cx="4039754" cy="46703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728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787DF0-5B5E-EEF7-38A1-601C5281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      Dataset Overview</a:t>
            </a:r>
            <a:r>
              <a:rPr lang="en-US" sz="32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4513B83-AB86-ADF3-D597-E086B7A50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3290" y="1525650"/>
            <a:ext cx="1166105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batting performance statistics of cricket players across multiple matches.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 include total runs scored, matches played, batting average, number of centuries, and half-centuries.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an individual player’s overall career or tournament performance.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captures both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consistency metrics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(average and 50s)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high-impact metrics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(100s).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players with varying levels of experience and performance.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suitable for univariate, bivariate, and multivariate statistical analysis.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supports performance evaluation, comparison, and strategic decision-making in cricket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50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36D0-5243-2932-0EAB-37BBA4D6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8659"/>
            <a:ext cx="11194026" cy="80132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Univariant Analysis: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E79F306-14D8-CFE3-8967-A57C0585FE9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9039" t="-3028" r="5428" b="352"/>
          <a:stretch>
            <a:fillRect/>
          </a:stretch>
        </p:blipFill>
        <p:spPr>
          <a:xfrm>
            <a:off x="6646606" y="879987"/>
            <a:ext cx="5299588" cy="292931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C9B3ED3-7796-55BE-3791-C34E05593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3291" y="1243786"/>
            <a:ext cx="6115664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chart represents total runs scored by the top 10 cricket players.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bar corresponds to a player, showing their cumulative runs.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 Tendulkar (IND)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leads with the highest runs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34,000.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top performers include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KC Sangakkara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(Asia/CC/SL),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 Kohli (IND),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RT Ponting (AUS/ICC), all scoring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27,000–28,000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lowest among the top 10 is ST Jayasuriya (Asia/SL) with 21,000 runs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B074A8-AF1B-93E4-D429-3A88459B207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3290" y="3809297"/>
            <a:ext cx="611566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 Bradman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stands far above all others with an exceptional batting average of nearly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him a clear outlier.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remaining players cluster between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53–61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relatively similar consistency among top batters.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Herbert Sutcliffe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ranks second, but there is a large gap between him and Bradman.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players in the top 10 belong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England and West Indies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highlighting their strong historical batting depth.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chart shows that while many players are highly consistent,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Bradman’s dominance is unmatched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cricket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B51FC5-EAFF-9268-DCA3-FFD31BC2B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953" y="3809297"/>
            <a:ext cx="5299587" cy="243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5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BF9C-1D00-AAFD-F1ED-8689D455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96645"/>
            <a:ext cx="10890096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3ADF27D-DA46-35F8-A092-9F396B1FE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3794" y="1388350"/>
            <a:ext cx="781664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54% of players fall in the Medium category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most players consistently score half-centuries.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43% of players are High 50s scorers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and reliable batting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3% of players are in the Low category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very few players struggle to score 50s.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heavily skewed toward consistent performers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97% in Medium and High groups.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dataset mainly represents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experienced and dependable batsmen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weak performers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607065-2A06-0321-1A63-3D8B95B0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915" y="1246152"/>
            <a:ext cx="4020614" cy="414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7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8BE4-969C-10A4-6351-CBD5933A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176980"/>
            <a:ext cx="11936361" cy="95372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Bivariant Analysis: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3EDAA-BDC7-9A82-4EDE-64C195D91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8077" y="1130710"/>
            <a:ext cx="6597445" cy="5102942"/>
          </a:xfrm>
        </p:spPr>
        <p:txBody>
          <a:bodyPr>
            <a:normAutofit lnSpcReduction="100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u="sng" dirty="0"/>
              <a:t>Insights:</a:t>
            </a:r>
            <a:endParaRPr lang="en-US" sz="2400" u="sng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Positive Relationship:</a:t>
            </a:r>
            <a:r>
              <a:rPr lang="en-US" sz="2400" dirty="0"/>
              <a:t> The number of centuries increases as total runs increase, indicating consistent high-scoring players achieve both volume and milestones.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Outliers:</a:t>
            </a:r>
            <a:r>
              <a:rPr lang="en-US" sz="2400" dirty="0"/>
              <a:t> A few players with very high runs and centuries stand out as elite performers.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Performance Patterns:</a:t>
            </a:r>
            <a:r>
              <a:rPr lang="en-US" sz="2400" dirty="0"/>
              <a:t> Players with moderate runs still score centuries occasionally, but high total runs almost always correspond with multiple centuries.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Consistency Indicator:</a:t>
            </a:r>
            <a:r>
              <a:rPr lang="en-US" sz="2400" dirty="0"/>
              <a:t> This chart highlights not just total performance but the </a:t>
            </a:r>
            <a:r>
              <a:rPr lang="en-US" sz="2400" b="1" dirty="0"/>
              <a:t>ability to convert innings into big scores (centuries)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75F3C-B28D-2FC4-1CF5-9C7A84FD2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8" y="1240389"/>
            <a:ext cx="5170270" cy="488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37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DE7D5-9BEF-E6AD-A580-E6F657E22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175" y="1356853"/>
            <a:ext cx="7065347" cy="4149212"/>
          </a:xfrm>
        </p:spPr>
        <p:txBody>
          <a:bodyPr>
            <a:normAutofit lnSpcReduction="10000"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Insights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dirty="0"/>
              <a:t>Players in the </a:t>
            </a:r>
            <a:r>
              <a:rPr lang="en-US" sz="2000" b="1" dirty="0"/>
              <a:t>High Runs</a:t>
            </a:r>
            <a:r>
              <a:rPr lang="en-US" sz="2000" dirty="0"/>
              <a:t> group generally have a </a:t>
            </a:r>
            <a:r>
              <a:rPr lang="en-US" sz="2000" b="1" dirty="0"/>
              <a:t>higher median batting average</a:t>
            </a:r>
            <a:r>
              <a:rPr lang="en-US" sz="2000" dirty="0"/>
              <a:t> than those in the Low Runs group.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spread (IQR)</a:t>
            </a:r>
            <a:r>
              <a:rPr lang="en-US" sz="2000" dirty="0"/>
              <a:t> of averages is wider for High Runs players, showing more variability in performance.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dirty="0"/>
              <a:t>Several </a:t>
            </a:r>
            <a:r>
              <a:rPr lang="en-US" sz="2000" b="1" dirty="0"/>
              <a:t>outliers</a:t>
            </a:r>
            <a:r>
              <a:rPr lang="en-US" sz="2000" dirty="0"/>
              <a:t> appear in both groups, indicating exceptional individual performances.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Low Runs</a:t>
            </a:r>
            <a:r>
              <a:rPr lang="en-US" sz="2000" dirty="0"/>
              <a:t> group has a lower central tendency, suggesting fewer consistent high scorers.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000" dirty="0"/>
              <a:t>Overall, the plot shows that </a:t>
            </a:r>
            <a:r>
              <a:rPr lang="en-US" sz="2000" b="1" dirty="0"/>
              <a:t>higher run accumulation is usually associated with better batting averages</a:t>
            </a:r>
            <a:r>
              <a:rPr lang="en-US" sz="2000" dirty="0"/>
              <a:t>, though exceptions exist.</a:t>
            </a:r>
          </a:p>
          <a:p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E3583A4-B961-54A2-B325-0C9CAC346FE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172" r="1172"/>
          <a:stretch>
            <a:fillRect/>
          </a:stretch>
        </p:blipFill>
        <p:spPr>
          <a:xfrm>
            <a:off x="7763483" y="914400"/>
            <a:ext cx="4240834" cy="44933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282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01CC-1E39-A7F5-7619-7BA9DCDF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631561" cy="73741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Multivariant Analysis: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B0E950-8D68-2F6F-7188-DC17BC7CA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2955" y="1067776"/>
            <a:ext cx="749218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 as central metric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Runs have very strong positive correlations with both,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runs are a good indicator of scoring performance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Matches vs Performance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Number of matches is correlated with runs and 50s/100s, but not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consistency (Average) is independent of experience (Matches)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Average is independent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Battin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average has      weaker correlations with other metrics, meaning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average doesn’t always mean high runs or many 50s/100s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50s and 100s trend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 correlation (0.87) between 50s and 100s suggests players scoring fifties often convert some into centuries.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7CD41-9826-D40E-BA3C-1EB70108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135" y="835742"/>
            <a:ext cx="4286866" cy="513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46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5F2F-885E-0CA6-A348-EFD1EB23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0" y="157316"/>
            <a:ext cx="11965858" cy="58993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Hypothesis Testing: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48F6BB-07A6-1E79-1971-9B92AAE7B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6982" y="1300006"/>
            <a:ext cx="767899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 scored: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Look at the distribution to see top scorers and average consistency.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Players with very high runs tend to have played more matches (positive correlation between Runs and Matches).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Indicates consistency; high average + high runs = reliable player.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Centuries and Half-Centuries (100s and 50s):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Players with more 100s tend to have higher averages.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50s are more common; scoring 50s often shows consistency even if 100s are fewer.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1B7E5-2F10-28B5-8438-95D5915B4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018" y="1052052"/>
            <a:ext cx="4441660" cy="459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1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90E1-1832-F371-E711-75293788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77" y="0"/>
            <a:ext cx="11391378" cy="855407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&amp; 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C387F-E2DC-A9B9-E342-C4F6C85C5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177" y="953730"/>
            <a:ext cx="11656850" cy="5181600"/>
          </a:xfrm>
        </p:spPr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can be used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player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runs, averages, and scoring consistency.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selection and squad planning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reliable and high-impact players.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Coaches can apply this analysis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focused training programs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player categories.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most players score many 50s, emphasis should be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half-centuries into centuries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performers with high averages should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as core team members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with low 50s and averages should receive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mental skill improvement support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dataset enables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team balance and match outcomes.</a:t>
            </a:r>
          </a:p>
          <a:p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185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0699-6CA5-8421-5C6B-DBA3F3B3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68827"/>
            <a:ext cx="12083845" cy="67842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Conclusion: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7D19A9-DB5E-5D20-10A7-69E720E2D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6813" y="1194574"/>
            <a:ext cx="1181837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players show strong consistency, with a high proportion scoring medium to high numbers of 50s.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positive relationship is observed between centuries, half-centuries, and batting average.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percentage of players fall into low-performance categories, indicating a strong overall dataset.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provides a comprehensive view of player performance using runs, matches, averages, centuries, and half-centuries.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the importance of consistency alongside match-winning performances.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dataset is effective for performance evaluation, selection strategy, and data-driven decision making in cricket.</a:t>
            </a:r>
          </a:p>
        </p:txBody>
      </p:sp>
    </p:spTree>
    <p:extLst>
      <p:ext uri="{BB962C8B-B14F-4D97-AF65-F5344CB8AC3E}">
        <p14:creationId xmlns:p14="http://schemas.microsoft.com/office/powerpoint/2010/main" val="199970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F9C7960-BC17-7F54-D953-7F75B3BFCBD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2166" r="22166"/>
          <a:stretch>
            <a:fillRect/>
          </a:stretch>
        </p:blipFill>
        <p:spPr>
          <a:xfrm>
            <a:off x="1071716" y="997258"/>
            <a:ext cx="10048567" cy="5072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9302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290EC-B112-2952-0058-AC9A9397D7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6" b="8390"/>
          <a:stretch>
            <a:fillRect/>
          </a:stretch>
        </p:blipFill>
        <p:spPr>
          <a:xfrm>
            <a:off x="6312310" y="1717712"/>
            <a:ext cx="5437638" cy="3542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2044</TotalTime>
  <Words>1396</Words>
  <Application>Microsoft Office PowerPoint</Application>
  <PresentationFormat>Widescreen</PresentationFormat>
  <Paragraphs>120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Lato Black</vt:lpstr>
      <vt:lpstr>Libre Baskerville</vt:lpstr>
      <vt:lpstr>Office Theme</vt:lpstr>
      <vt:lpstr>PowerPoint Presentation</vt:lpstr>
      <vt:lpstr>About me</vt:lpstr>
      <vt:lpstr>Agenda:</vt:lpstr>
      <vt:lpstr>Business Problem:</vt:lpstr>
      <vt:lpstr>Problem Statements:</vt:lpstr>
      <vt:lpstr>Objectives:</vt:lpstr>
      <vt:lpstr>Scraping:</vt:lpstr>
      <vt:lpstr>       Dataset Overview:</vt:lpstr>
      <vt:lpstr>Univariant Analysis:</vt:lpstr>
      <vt:lpstr>PowerPoint Presentation</vt:lpstr>
      <vt:lpstr>Bivariant Analysis:</vt:lpstr>
      <vt:lpstr>PowerPoint Presentation</vt:lpstr>
      <vt:lpstr>Multivariant Analysis:</vt:lpstr>
      <vt:lpstr>Hypothesis Testing:</vt:lpstr>
      <vt:lpstr>Application &amp; Recommendations</vt:lpstr>
      <vt:lpstr>Conclusion: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Chintha Kalyan</cp:lastModifiedBy>
  <cp:revision>117</cp:revision>
  <dcterms:created xsi:type="dcterms:W3CDTF">2021-02-16T05:19:01Z</dcterms:created>
  <dcterms:modified xsi:type="dcterms:W3CDTF">2026-02-07T07:56:16Z</dcterms:modified>
</cp:coreProperties>
</file>